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GROWTH FINANCE — SOLUTION CONCEPT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Financing Growth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Practices Ask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" y="3429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practice activity data from ABC Health to identify high-growth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before they seek working capital or growth finance elsewhere.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Capital &amp;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Finance Signal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Health x Money Bank  |  Data Partnership Proposal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GROWTH FINANCE GAP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3200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practice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for working capital...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9m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growth signals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by banks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0624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279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is transactional. Rate is the only lever. The bank has no advisory standing.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143000"/>
            <a:ext cx="5394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143000"/>
            <a:ext cx="64008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120700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capital arrives reactively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84448" y="149047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fast-growing practice typically applies for working capital only when cash pressure is already acute. The bank responds to a problem — it did not help prevent it. Margin is competed away.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148840"/>
            <a:ext cx="5394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2148840"/>
            <a:ext cx="64008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22128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patterns are visible months earlier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84448" y="249631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claim volumes, expanding procedure mix, increasing supplier referrals, and new service codes all appear in ABC Health data 6–12 months before a practice feels the cash constraint.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154680"/>
            <a:ext cx="5394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3154680"/>
            <a:ext cx="64008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32186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Health sees the growth curve first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84448" y="350215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management data and medical switch claims give ABC Health a real-time view of practice revenue trajectory — a natural early warning system for growth finance needs.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4206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finance window is 6–12 months wide. Without early data signals, Money Bank waits for the overdraft call.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GROWTH CAPITAL SIGNAL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practice qualifies for a growth finance lead when three ABC Health growth signals converge: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Acceleration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Growth Index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Health billing data shows a sustained 20%+ year-on-year increase in claim volumes and total billed amounts — a practice growing faster than its current credit facilities were designed to support.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6002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600200"/>
            <a:ext cx="2651760" cy="4572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0128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Procedure Diversification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10128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Expansion Score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tariff and procedure codes appearing in claims over a 6-month window indicate the practice is expanding its clinical offering — adding services that require upfront investment in consumables, staffing, and training.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25896" y="16002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1600200"/>
            <a:ext cx="265176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63056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 &amp; Lab Intensity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63056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 Pressure Index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63056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outbound referral volumes to pathology labs and specialist practices detected via switch data signal growing operational spend — a key precursor to working capital pressure in a high-growth practice.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Score  =  0.40 × Revenue Acceleration  +  0.30 × Procedure Diversification  +  0.30 × Supplier Intensity    →    filtered by practice tenure, credit profile, and existing facilities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94944" y="1325880"/>
            <a:ext cx="146304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Healthamp;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mgmt · switch · clinical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67128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1325880"/>
            <a:ext cx="1463040" cy="109728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13432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13432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procedure · supplier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39896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325880"/>
            <a:ext cx="14630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86200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· tenor · type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12664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13248" y="1325880"/>
            <a:ext cx="1463040" cy="109728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58968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Bankability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58968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· tenure · credit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85432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86016" y="1325880"/>
            <a:ext cx="146304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31736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List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31736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narrative + facility size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651760"/>
            <a:ext cx="8412480" cy="1371600"/>
          </a:xfrm>
          <a:prstGeom prst="rect">
            <a:avLst/>
          </a:prstGeom>
          <a:solidFill>
            <a:srgbClr val="E1F3F5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651760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715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LEAD 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"Practice GP089321 — Cape Town Southern Suburbs shows 31% year-on-year billing growth over 24 months with 14 new procedure codes introduced in the past 6 months. Outbound pathology referrals up 44%. No working capital facility on file with Money Bank. Estimated growth finance need: R 800 000 – R 2 500 000. Sub-pipeline: revolving credit or short-term growth facility."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27432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" y="42062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by design  —  ABC Health delivers practice-level aggregated insights only. No patient-identifiable data is shared. POPIA-compliant.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4160520"/>
            <a:ext cx="27432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55848" y="42062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Relationship-deepening  —  A growth finance offer positions Money Bank as a strategic partner, not a transactional lender. Cross-sell to business accounts and insurance follows naturally.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4160520"/>
            <a:ext cx="27432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36208" y="42062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 —  Working capital and revolving credit facilities generate ongoing fee and interest income — not a single transaction, but a sustained relationship.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INTENDED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206240" cy="640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52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before the pressure hits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Bank contacts a practice while it is growing confidently — not when it is cash-constrained and desperate. The conversation is strategic, not transactional. The bank is a growth partner.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58568"/>
            <a:ext cx="42062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68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Recurring facility, recurring revenue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and revolving credit facilities generate ongoing interest and fee income. A single well-timed introduction creates a multi-year financial relationship across business banking, insurance, and personal wealth.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74136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74136"/>
            <a:ext cx="4206240" cy="6400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Evidence-backed engagement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7856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arrive with 12–24 months of ABC Health growth data. The pitch is not a cold call — it is a growth narrative. Practices respond to advisors who understand their business.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143000"/>
            <a:ext cx="3977640" cy="3291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143000"/>
            <a:ext cx="39776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4920" y="17465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57216" y="1911096"/>
            <a:ext cx="0" cy="521208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ot"/>
          </a:ln>
        </p:spPr>
      </p:sp>
      <p:sp>
        <p:nvSpPr>
          <p:cNvPr id="22" name="Text 20"/>
          <p:cNvSpPr/>
          <p:nvPr/>
        </p:nvSpPr>
        <p:spPr>
          <a:xfrm>
            <a:off x="5349240" y="17282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53328" y="17282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53328" y="1965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Health data fields mapped, POPIA framework agreed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24323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57216" y="2596896"/>
            <a:ext cx="0" cy="521208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ot"/>
          </a:ln>
        </p:spPr>
      </p:sp>
      <p:sp>
        <p:nvSpPr>
          <p:cNvPr id="27" name="Text 25"/>
          <p:cNvSpPr/>
          <p:nvPr/>
        </p:nvSpPr>
        <p:spPr>
          <a:xfrm>
            <a:off x="5349240" y="24140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53328" y="24140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53328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growth index, procedure scorer, supplier intensity model built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31181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57216" y="3282696"/>
            <a:ext cx="0" cy="521208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ot"/>
          </a:ln>
        </p:spPr>
      </p:sp>
      <p:sp>
        <p:nvSpPr>
          <p:cNvPr id="32" name="Text 30"/>
          <p:cNvSpPr/>
          <p:nvPr/>
        </p:nvSpPr>
        <p:spPr>
          <a:xfrm>
            <a:off x="5349240" y="30998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53328" y="30998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+ backtest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53328" y="3337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working capital events matched to signal scores; lift validated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38039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37856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53328" y="37856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+ expand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53328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growth finance lead list delivered to Money Bank RMs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5445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quality depends on the depth of ABC Health billing history and procedure-level data. A joint data scoping session is the recommended next step to confirm model viability.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Equipment Finance — Clinical Gap Trigger</dc:title>
  <dc:subject>PptxGenJS Presentation</dc:subject>
  <dc:creator>PptxGenJS</dc:creator>
  <cp:lastModifiedBy>PptxGenJS</cp:lastModifiedBy>
  <cp:revision>1</cp:revision>
  <dcterms:created xsi:type="dcterms:W3CDTF">2026-05-13T18:11:05Z</dcterms:created>
  <dcterms:modified xsi:type="dcterms:W3CDTF">2026-05-13T18:11:05Z</dcterms:modified>
</cp:coreProperties>
</file>