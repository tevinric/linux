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PROPERTY FINANCE — SOLUTION 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Before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Lease is Signed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practice activity signals in ABC Health data to open commercial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lending conversations months before the decision is made.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Premises Expansion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for Medical Practices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x Money Bank  |  Data Partnership Proposal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ORIGINATION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practice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 bank...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pre-expansion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go unseen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279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already made. The bank quotes — it does not advise.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14300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4300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20700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lending enters too late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4448" y="14904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practice contacts Money Bank, it has already chosen a location, briefed an architect, or signed heads of agreement. The bank is a price comparison, not a trusted advisor. Margin is gone.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14884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14884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2128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Pre-expansion signals exist in claims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84448" y="24963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appointment density, additional practitioners registering under a practice, and broadening referral patterns all appear in ABC Health data 6–18 months before a premises decision is made.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15468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15468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32186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bridges the gap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84448" y="3502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management data, medical switch claims, and clinical billing sit compliantly within ABC Health. A structured data partnership delivers Money Bank a ranked lead list without exposing patient-level information.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origination window is 6–18 months wide. Without early signals, Money Bank enters at the last minute.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EXPANSION SIGNAL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enters the lead pipeline when three ABC Health activity signals align simultaneously: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Surge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Density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practice management data shows appointment volumes and procedure throughput per consulting room exceeding sustainable thresholds — a consistent space constraint signal preceding physical expansion.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600200"/>
            <a:ext cx="2651760" cy="4572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Growth Index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practitioners registering under the same practice number, or rising locum claim frequency detected via medical switch data — the practice is growing its clinical team before it expands its physical footprint.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896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600200"/>
            <a:ext cx="265176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 Broadening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3056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Reach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referrals extending to new specialist categories and geographies appear in ABC Health switch data — a sign of clinical ambition and patient base growth that will outpace current premises within 12–18 months.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Score  =  0.35 × Volume Surge  +  0.35 × Workforce Growth  +  0.30 × Referral Broadening    →    filtered by practice turnover, tenure, and credit history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4944" y="1325880"/>
            <a:ext cx="146304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mgmt · switch · clinical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67128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13432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13432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· headcount · reach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9896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325880"/>
            <a:ext cx="14630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loc · growth · branch type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12664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58968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Bankability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· tenure · credit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85432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325880"/>
            <a:ext cx="146304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31736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31736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estimate + expansion type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8412480" cy="1371600"/>
          </a:xfrm>
          <a:prstGeom prst="rect">
            <a:avLst/>
          </a:prstGeom>
          <a:solidFill>
            <a:srgbClr val="E1F3F5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65176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715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LEAD 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"Practice GP045678 — Sandton Central has recorded a 38% increase in appointment density over 18 months. Three additional practitioners have registered under the same practice number via medical switch. Outbound referrals have broadened to 9 new specialist categories. No commercial property finance on file with Money Bank. Indicative facility: R 4 500 000 – R 9 000 000. Sub-pipeline: new premises or branch finance."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design  —  ABC Health outputs are practice-level aggregated insights only. No patient-identifiable data is shared. POPIA-compliant.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5584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Backtestable  —  Historical expansion events within ABC Health’s dataset allow signal validation before live deployment, confirming predictive lift.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3620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loan prize  —  Commercial property finance for a medical practice averages R 3.5M–R 12M. Early origination protects rate and fee margin.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INTENDED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Originate months early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Bank’s relationship managers open premises finance conversations 6–18 months before a practice reaches a decision point. The bank is an advisor, not a quoter. Margin is protected.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58568"/>
            <a:ext cx="4206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loan prize, protected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property finance for a growing medical practice averages R 3.5M–R 12M. Early access to the deal means Money Bank structures the facility on its terms — not at the bottom of a competitive tender.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74136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74136"/>
            <a:ext cx="4206240" cy="640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Evidence-backed conversations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7856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lead arrives backed by 18–24 months of ABC Health activity data. RMs open the conversation with proof of growth trajectory — not a cold call. Conversion rates improve.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143000"/>
            <a:ext cx="3977640" cy="3291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43000"/>
            <a:ext cx="3977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17465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7216" y="19110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5349240" y="17282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3328" y="17282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53328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data fields mapped, POPIA framework agreed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4323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25968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5349240" y="24140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3328" y="2414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53328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scorer, workforce index, referral reach built on agreed dataset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31181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32826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5349240" y="30998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53328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+ backtest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53328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expansion events matched against signal scores; predictive lift measured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8039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7856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53328" y="3785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expand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53328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ranked lead list to Money Bank RMs; quarterly refresh of signal weights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44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viability depends on the size and quality of historical expansion events within ABC Health’s dataset. A scoping session is the next step to confirm data readiness before full build.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Equipment Finance — Clinical Gap Trigger</dc:title>
  <dc:subject>PptxGenJS Presentation</dc:subject>
  <dc:creator>PptxGenJS</dc:creator>
  <cp:lastModifiedBy>PptxGenJS</cp:lastModifiedBy>
  <cp:revision>1</cp:revision>
  <dcterms:created xsi:type="dcterms:W3CDTF">2026-05-13T18:11:05Z</dcterms:created>
  <dcterms:modified xsi:type="dcterms:W3CDTF">2026-05-13T18:11:05Z</dcterms:modified>
</cp:coreProperties>
</file>