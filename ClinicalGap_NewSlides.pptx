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 ·  CLINICAL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machine. Many revenue lines.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monitoring is the entry point — but the same asset serves eight clinical categories, broadening the practice's case for purchase.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0208" y="2542032"/>
            <a:ext cx="1243584" cy="1243584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2706624"/>
            <a:ext cx="914400" cy="914400"/>
          </a:xfrm>
          <a:prstGeom prst="ellipse">
            <a:avLst/>
          </a:prstGeom>
          <a:solidFill>
            <a:srgbClr val="0F2044"/>
          </a:solidFill>
          <a:ln/>
        </p:spPr>
      </p:sp>
      <p:pic>
        <p:nvPicPr>
          <p:cNvPr id="9" name="Image 0" descr="/home/claude/icons/png/ultrasou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2862072"/>
            <a:ext cx="603504" cy="603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71394" y="2943491"/>
            <a:ext cx="-1793954" cy="-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600200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icons/png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830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6550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51560" y="18928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I50.x  ·  I31.3  ·  I71.3–4  ·  I80.x  ·  R57.9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122295" y="3081378"/>
            <a:ext cx="-1744855" cy="-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404872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404872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icons/png/lu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877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4597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1560" y="26974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J90  ·  J18.x  ·  J93.9  ·  J81.0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122295" y="3246270"/>
            <a:ext cx="-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209544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209544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6" name="Image 3" descr="/home/claude/icons/png/kid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9242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2644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/ UROLOGICAL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51560" y="35021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N13.3  ·  N20.0  ·  R33  ·  N18.x  ·  N40.x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171394" y="3384157"/>
            <a:ext cx="-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4014216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4014216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2" name="Image 4" descr="/home/claude/icons/png/thyro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9709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/ NECK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51560" y="43068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E04.1  ·  E04.9  ·  R59.x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4972606" y="2943491"/>
            <a:ext cx="1793954" cy="-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766560" y="1600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766560" y="1600200"/>
            <a:ext cx="54864" cy="7132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8" name="Image 5" descr="/home/claude/icons/png/bab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1783080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60920" y="16550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OBSTETRICS &amp; PREGNANCY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360920" y="18928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Z34.x  ·  O00.x  ·  O02.1  ·  O03.x  ·  N83.2  ·  D25.x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5021705" y="3081378"/>
            <a:ext cx="1744855" cy="-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766560" y="2404872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766560" y="2404872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4" name="Image 6" descr="/home/claude/icons/png/stoma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2587752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360920" y="24597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/ GI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7360920" y="26974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K80.x  ·  K81.0  ·  K76.0  ·  R18.x  ·  K35.x  ·  R19.0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5021705" y="3246270"/>
            <a:ext cx="1744855" cy="31989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766560" y="3209544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766560" y="3209544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0" name="Image 7" descr="/home/claude/icons/png/mus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392424"/>
            <a:ext cx="347472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360920" y="32644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7360920" y="35021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L02.x  ·  L03.x  ·  M62.x  ·  M25.4  ·  T14.1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4972606" y="3384157"/>
            <a:ext cx="1793954" cy="986675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766560" y="4014216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12700" dir="5400000">
              <a:srgbClr val="0F2044">
                <a:alpha val="6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766560" y="4014216"/>
            <a:ext cx="54864" cy="7132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6" name="Image 8" descr="/home/claude/icons/png/emergenc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4197096"/>
            <a:ext cx="347472" cy="34747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360920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POCUS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7360920" y="43068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R58  ·  E86.1  ·  R10.0  ·  A41.x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monitoring (gold) is the trigger signal — the broader use-case footprint strengthens the practice's case for purchase and justifies the asset.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 ·  LENDING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lending value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clinical-gap leads into the bank's incremental principal book.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practices / 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by clinical-gap pipeline: confirmed demand, scan absence, referral leakage.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rot="1800000">
            <a:off x="2340864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60904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660904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lead-to-loan conversion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60904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Pre-qualified, advisor-led conversations convert higher than reactive supplier-finance quotes.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rot="1800000">
            <a:off x="4379976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5424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0016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PER 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700016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finance deals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funded each month under the obstetric ultrasound vertical alone.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rot="1800000">
            <a:off x="6419088" y="255574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74536" y="17830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D4A017"/>
          </a:solidFill>
          <a:ln/>
          <a:effectLst>
            <a:outerShdw sx="100000" sy="100000" kx="0" ky="0" algn="bl" rotWithShape="0" blurRad="101600" dist="25400" dir="5400000">
              <a:srgbClr val="0F204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39128" y="19476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SIZE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65976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850k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39128" y="28346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machine financed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3063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obstetric ultrasound system. Indicative range R 650k – R 1.1m.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27000" dist="25400" dir="5400000">
              <a:srgbClr val="0F2044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03320"/>
            <a:ext cx="73152" cy="10515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867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PRINCIPAL LENDING — MONTHLY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5.95m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month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" y="45079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loans × R 850k average ticket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886200"/>
            <a:ext cx="10973" cy="68580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71.4m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year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715000" y="45079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vertical · before vertical 2 expansion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and conversion assumptions illustrative. Ticket size: indicative new mid-tier obstetric ultrasound, SA dealer pricing (Ecomed / Axim, May 2026). Range R 650k – R 1.1m per Slide 4.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ClinicalGap — Ultrasound Use Cases &amp; Business Case</dc:title>
  <dc:subject>PptxGenJS Presentation</dc:subject>
  <dc:creator>PptxGenJS</dc:creator>
  <cp:lastModifiedBy>PptxGenJS</cp:lastModifiedBy>
  <cp:revision>1</cp:revision>
  <dcterms:created xsi:type="dcterms:W3CDTF">2026-05-19T18:20:12Z</dcterms:created>
  <dcterms:modified xsi:type="dcterms:W3CDTF">2026-05-19T18:20:12Z</dcterms:modified>
</cp:coreProperties>
</file>