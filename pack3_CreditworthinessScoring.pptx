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INTELLIGENCE — SOLUTION CONCEPT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Practices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Bureau Does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real-time clinical activity data to improve credit decisions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reduce provisions on the professional lending book.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Risk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Solutions — Senior Specialist Presentation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CREDIT ASSESSMENT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bureau update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 practice...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bureau data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reality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279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 stale data. Risk is already mispriced.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14300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4300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20700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data is already stale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4448" y="14904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updates lag real economic activity by 30 to 60 days. By the time a risk flag appears, the loan is booked, the relationship is set, and the exposure is live.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214884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14884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22128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miss revenue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84448" y="249631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 shows cash flow, but not revenue trajectory, procedure mix or billing stability. Two practices with the same turnover can carry very different credit risk.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154680"/>
            <a:ext cx="5394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154680"/>
            <a:ext cx="64008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32186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 accrues within the balance sheet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84448" y="350215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 professional lending book means each improved PD estimate reduces provisions materially. Better default prediction is a capital efficiency tool, not only a sales tool.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signals are available 30 to 60 days before the bureau reflects them. The question is whether the model uses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CREDIT ACTIVITY SIGNAL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dimensions of practice activity combine to build a real-time credit profile: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Volume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frequency index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claim submission volumes and billing regularity signal a stable revenue base. High-frequency billers carry lower default risk than intermittent billers.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600200"/>
            <a:ext cx="2651760" cy="4572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mix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across procedure codes reduces revenue concentration risk. Practices billing multiple codes show more resilient revenue profiles than single-procedure practices.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896" y="16002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600200"/>
            <a:ext cx="265176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3056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Trajectory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63056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trend index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2834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over 12 to 24 months, adjusted for seasonality, is a leading indicator of default risk observable 30 to 60 days before any bank transaction reflects 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Activity Score  =  0.35 × Claims Volume  +  0.35 × Revenue Stability  +  0.30 × Practice Trajectory    →    enriched with Money Bank loan performance history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4944" y="1325880"/>
            <a:ext cx="1463040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· billing · procedures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67128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13432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Activity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13432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· stability · trajectory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9896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325880"/>
            <a:ext cx="14630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Model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signals + loan history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12664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325880"/>
            <a:ext cx="1463040" cy="10972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58968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Bankability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· tenure · exposure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85432" y="1874520"/>
            <a:ext cx="10972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325880"/>
            <a:ext cx="146304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31736" y="1417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31736" y="2075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reprice · flag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8412480" cy="1371600"/>
          </a:xfrm>
          <a:prstGeom prst="rect">
            <a:avLst/>
          </a:prstGeom>
          <a:solidFill>
            <a:srgbClr val="E1F3F5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651760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715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LEAD 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"Practice GP045891 — Cape Town Northern Suburbs. Credit Activity Score: 74/100 (top quartile). Claims frequency: 4.2 per working day, stable over 24 months. Procedure mix: 8 active codes. Revenue trend: +12% year-on-year. No current Money Bank credit facility on file. Recommended action: proactive credit review. Indicative facility range: R 500 000 – R 1 500 000."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design  —  ABC Health delivers practice-level aggregated insights only. No patient data is shared. POPIA-compliant.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5584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Money Bank  —  The PD enhancer plugs into Money Bank's existing credit risk infrastructure. No new systems needed.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4160520"/>
            <a:ext cx="27432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36208" y="420624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monthly  —  As new ABC Health billing data arrives, credit activity scores update automatically across the full lending book.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INTENDED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PD, lower provisions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probability of default estimates on a concentrated book reduces expected credit loss provisions materially. The benefit accrues directly to Money Bank's balance sheet.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58568"/>
            <a:ext cx="4206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Sharper pricing, better decisions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with high credit activity scores can be rewarded with preferential pricing. Practices showing deterioration can be flagged early for proactive intervention.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74136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F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74136"/>
            <a:ext cx="4206240" cy="640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risk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7856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teams see deterioration 30 to 60 days before bureau or bank data reflects it. RMs engage proactively rather than reactively managing distressed accounts.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143000"/>
            <a:ext cx="3977640" cy="3291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43000"/>
            <a:ext cx="3977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17465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7216" y="19110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5349240" y="17282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3328" y="17282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53328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Health signals mapped to Money Bank loan book by practice 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4323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57216" y="25968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27" name="Text 25"/>
          <p:cNvSpPr/>
          <p:nvPr/>
        </p:nvSpPr>
        <p:spPr>
          <a:xfrm>
            <a:off x="5349240" y="24140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3328" y="24140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53328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activity scorer built, PD enhancement model calibrated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31181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3282696"/>
            <a:ext cx="0" cy="521208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ot"/>
          </a:ln>
        </p:spPr>
      </p:sp>
      <p:sp>
        <p:nvSpPr>
          <p:cNvPr id="32" name="Text 30"/>
          <p:cNvSpPr/>
          <p:nvPr/>
        </p:nvSpPr>
        <p:spPr>
          <a:xfrm>
            <a:off x="5349240" y="30998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53328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+ backtest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53328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signals matched to default events; lift and Gini improvement measured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8039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378561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53328" y="37856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expand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53328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score refresh delivered to Money Bank credit risk team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44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depends on the depth of ABC Health billing history and matched Money Bank loan performance data. A joint scoping session is the recommended next step to confirm model viability.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Equipment Finance — Clinical Gap Trigger</dc:title>
  <dc:subject>PptxGenJS Presentation</dc:subject>
  <dc:creator>PptxGenJS</dc:creator>
  <cp:lastModifiedBy>PptxGenJS</cp:lastModifiedBy>
  <cp:revision>1</cp:revision>
  <dcterms:created xsi:type="dcterms:W3CDTF">2026-05-13T18:11:05Z</dcterms:created>
  <dcterms:modified xsi:type="dcterms:W3CDTF">2026-05-13T18:11:05Z</dcterms:modified>
</cp:coreProperties>
</file>